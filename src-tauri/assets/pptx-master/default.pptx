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11140135" cy="1470025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  <a:latin typeface="Microsoft YaHe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1045433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>
                  <a:srgbClr val="FFFFFF"/>
                </a:solidFill>
                <a:latin typeface="Microsoft YaHei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ext cx="11368735" cy="0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  <a:latin typeface="Microsoft YaHe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ext cx="8701735" cy="0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  <a:latin typeface="Microsoft YaHe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ext cx="5272735" cy="0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  <a:latin typeface="Microsoft YaHe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1136873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11368735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ext cx="1136873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ext cx="870173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ext cx="527273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F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1110362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>
                <a:solidFill>
                  <a:srgbClr val="FFFFFF"/>
                </a:solidFill>
                <a:latin typeface="Microsoft YaHe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1110362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>
                  <a:srgbClr val="FFFFFF"/>
                </a:solidFill>
                <a:latin typeface="Microsoft YaHei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ext cx="11368735" cy="0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  <a:latin typeface="Microsoft YaHe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ext cx="8701735" cy="0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  <a:latin typeface="Microsoft YaHe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ext cx="5272735" cy="0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  <a:latin typeface="Microsoft YaHe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1136873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1136873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717773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ext cx="1136873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ext cx="870173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ext cx="527273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11368735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1136873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1136873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718091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71809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ext cx="1136873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ext cx="870173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ext cx="527273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1136873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ext cx="1136873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ext cx="870173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ext cx="527273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ext cx="1136873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ext cx="870173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ext cx="527273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1136873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825088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113687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ext cx="1136873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ext cx="870173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ext cx="527273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1003364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1003364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1003364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ext cx="1136873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ext cx="870173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ext cx="527273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1136873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ext cx="11368735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ext cx="1136873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ext cx="870173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ext cx="527273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5196535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11368735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ext cx="1136873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ext cx="870173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ext cx="527273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0F1E33"/>
      </a:dk2>
      <a:lt2>
        <a:srgbClr val="F7F8FA"/>
      </a:lt2>
      <a:accent1>
        <a:srgbClr val="C9A227"/>
      </a:accent1>
      <a:accent2>
        <a:srgbClr val="44618C"/>
      </a:accent2>
      <a:accent3>
        <a:srgbClr val="7A6C5D"/>
      </a:accent3>
      <a:accent4>
        <a:srgbClr val="435E52"/>
      </a:accent4>
      <a:accent5>
        <a:srgbClr val="8C4A3F"/>
      </a:accent5>
      <a:accent6>
        <a:srgbClr val="55525E"/>
      </a:accent6>
      <a:hlink>
        <a:srgbClr val="2E5E8C"/>
      </a:hlink>
      <a:folHlink>
        <a:srgbClr val="7A6C5D"/>
      </a:folHlink>
    </a:clrScheme>
    <a:fontScheme name="Office">
      <a:majorFont>
        <a:latin typeface="Microsoft YaHei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